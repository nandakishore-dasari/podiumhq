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PodiumHQ — DevSecOps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Autonomous Hackathon &amp; Event Judging Platform with Hardened GitOps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Author: Platform Engineering / DevSecOps Candidate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Architecture: React 18 (Vite) + FastAPI (Python 3.12) + PostgreSQL 16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Deployment: AWS VPC + EKS | Helm Charts | ArgoCD GitOps | Prometheus &amp; Grafana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Security: Non-Root Containers, Trivy Scanning, Gitleaks, Non-Root UID 10001/101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Problem Statement &amp; Domain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Moving Beyond Generic CRUD / TaskBoards to Multi-Criteria Event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Domain Originality: Hackathon evaluation platform where judges score teams across rounds against weighted criteria.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Real-Time Business Logic: Live rank calculation, multi-criterion weighted aggregation, round lock enforcement.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Anti-Plagiarism Architecture: Custom schema (Events, Rounds, Criteria, Teams, Judges, Scores) - zero TaskBoard overlap.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Production Rigor: Built to withstand high concurrency during judging deadlines with zero downtime.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End-to-End DevSecOps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From Local Code to Cloud-Native GitOps Continuous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Developer Flow: Feature branch -&gt; Pre-commit hooks (ruff, gitleaks, mypy).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CI/CD Pipeline: GitHub Actions validates lint -&gt; runs pytest (91% coverage) -&gt; builds multi-stage images -&gt; Trivy security gates.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GitOps Continuous Deployment: ArgoCD monitors repository image tags and synchronizes state to AWS EKS automatically.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Cloud Infrastructure: AWS VPC (3 AZs, public/private subnets) + Managed EKS Cluster provisioned via Terraform.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Application Deep-Dive: PodiumHQ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High-Performance Modern Web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Frontend: React 18 SPA built with Vite, Tailwind CSS, custom Obsidian &amp; Solar Gold visual palette.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Backend: FastAPI async ASGI service running Python 3.12 with SQLAlchemy 2.0 and Alembic database migrations.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Database: PostgreSQL 16 with indexed relational constraints and connection pooling via Psycopg 3.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Observability Endpoints: Standardized /health (liveness), /ready (database ping), and /metrics (Prometheus instrumentation).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Test Automation &amp; 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Exceeding the 80% Coverage Rubric Requirement with Isolated Fixtures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Pytest Suite: 31 comprehensive unit and integration tests passing in under 1.5 seconds.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Test Coverage: 91% code coverage across all routers, services, models, and schemas.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Zero Flakiness: In-memory SQLite with StaticPool ensures 100% test isolation without touching production databases.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Full Validation: Tested team lifecycle transitions, duplicate prevention, out-of-bounds score rejection, and leaderboard ranking.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Container Hardening &amp; DevSecOps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Defense-in-Depth Container Security from Base Image to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Multi-Stage Builds: Frontend compiles React with Node 22, served via unprivileged Nginx (UID 101).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Strict Non-Root Runtime: Backend runs as explicit UID/GID 10001 (appuser:appgroup), verified via in-container inspection.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Vulnerability Scanning: Trivy scans filesystems, dependencies, and container images for HIGH/CRITICAL vulnerabilities.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Secret Prevention: Gitleaks automated scanning blocks credentials, API keys, or database secrets from entering Git history.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CI/CD Pipeline: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Automated Quality Gates, Vulnerability Blocking, and Immutable Tagging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Gate 1 - Code Quality: Ruff linter, Mypy type-checking, and frontend ESLint.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Gate 2 - Automated Tests: Pytest with coverage threshold gate (must be &gt;= 80%).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Gate 3 - Multi-Stage Container Build: Buildx caching for backend and frontend images.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Gate 4 - Security Scanning: Trivy container vulnerability scanner with blocking threshold.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Gate 5 - Release &amp; GitOps: Push to GHCR with Git commit SHA tags (never :latest) and trigger ArgoCD image bump.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Infrastructure as Code: Terraform on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Modular, Reproducible Cloud Infrastructure Provisioning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VPC Module: 3 Availability Zones, public/private subnets, NAT Gateways, and EKS tag compliance.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EKS Cluster: Managed Kubernetes control plane (v1.30) with managed node groups across multiple AZs.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Add-Ons: AWS EBS CSI driver with gp3 StorageClass for persistent data, plus Kubernetes Metrics Server for HPA.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Lifecycle &amp; Cost Safety: Comprehensive terraform.tfvars.example and verified 'terraform destroy' runbook for cost zeroing.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Kubernetes Packaging: Helm &amp; GitOps with ArgoCD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Declarative Cloud-Native Delivery &amp; Automated Drift Healing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Helm Chart: Modular templates for Backend, Frontend, PostgreSQL StatefulSet, Ingress, and HorizontalPodAutoscaler.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Migration Job Hook: Database migrations run as a Helm pre-upgrade/pre-install Job, preventing container restart race conditions.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Pod Security Standards: Restricted securityContext with runAsNonRoot: true, drop ALL capabilities, read-only root filesystem.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ArgoCD Synchronization: Automated sync with selfHeal=true and prune=true; reconciles cluster drift in real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Observability: Prometheus, Grafana &amp; Custom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Full-Stack Telemetry and Domain-Driven Business Visibility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Instrumentation: Prometheus metrics endpoint exposing HTTP request rate, p50/p95 latency, and error distributions.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Custom Domain Metrics: podiumhq_scores_submitted_total, podiumhq_teams_by_status, and podiumhq_leaderboard_requests_total.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Grafana Dashboards: Pre-provisioned multi-panel dashboard tracking system health, HPA scaling events, and judging activity.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Alerting Rules: PrometheusRules for High Error Rate (&gt;1%), High Latency (&gt;500ms), and Backend Target Down.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Troubleshooting Lab &amp; Runbook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Four Real-World Kubernetes Failure Scenarios and Resolution Runbooks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Scenario 1 - Broken Image: CrashLoopBackOff due to nonexistent tag; diagnosed via kubectl describe and fixed in values.yaml.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Scenario 2 - Service Selector Mismatch: 502 Bad Gateway; diagnosed via endpoints inspection and selector alignment.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Scenario 3 - Readiness Probe Failure: Pod unready; diagnosed via probe logs and HTTP endpoint path fix.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Scenario 4 - Missing Secret: Pod blocked from initialization; diagnosed via describe pod events and secret provisioning.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Project Summary &amp; Submission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0B981"/>
                </a:solidFill>
                <a:latin typeface="Arial"/>
              </a:defRPr>
            </a:pPr>
            <a:r>
              <a:t>100-Point Grading Rubric Compliance and Demonstration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Rubric Check: Complete honest self-audit in docs/RUBRIC_CHECK.md covering Modules M1 through M10.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Local Verification: 100% green Docker stack (PostgreSQL, Backend, Frontend) with verified non-root UIDs.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Reproducible Tooling: Single-command workflows via Makefile, complete video recording script in docs/VIDEO_SCRIPT.md.</a:t>
            </a:r>
          </a:p>
          <a:p>
            <a:pPr>
              <a:spcAft>
                <a:spcPts val="14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• Clean Git History: Atomic, conventional commits with zero committed secrets.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